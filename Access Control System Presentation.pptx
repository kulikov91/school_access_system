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/>
    <p:restoredTop sz="94643"/>
  </p:normalViewPr>
  <p:slideViewPr>
    <p:cSldViewPr snapToGrid="0" snapToObjects="1">
      <p:cViewPr varScale="1">
        <p:scale>
          <a:sx n="118" d="100"/>
          <a:sy n="118" d="100"/>
        </p:scale>
        <p:origin x="232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F8A"/>
                </a:solidFill>
                <a:latin typeface="Arial"/>
              </a:defRPr>
            </a:pPr>
            <a:r>
              <a:t>ИТОГОВАЯ АТТЕСТАЦИОННАЯ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Информационная</a:t>
            </a:r>
            <a:r>
              <a:rPr dirty="0"/>
              <a:t> </a:t>
            </a:r>
            <a:r>
              <a:rPr dirty="0" err="1"/>
              <a:t>система</a:t>
            </a:r>
            <a:br>
              <a:rPr dirty="0"/>
            </a:b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учащихся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A697D"/>
                </a:solidFill>
                <a:latin typeface="Arial"/>
              </a:defRPr>
            </a:pPr>
            <a:r>
              <a:rPr dirty="0"/>
              <a:t>Python </a:t>
            </a:r>
            <a:r>
              <a:rPr lang="ru-RU" dirty="0"/>
              <a:t>/</a:t>
            </a:r>
            <a:r>
              <a:rPr dirty="0"/>
              <a:t> Flask </a:t>
            </a:r>
            <a:r>
              <a:rPr lang="ru-RU" dirty="0"/>
              <a:t>/</a:t>
            </a:r>
            <a:r>
              <a:rPr dirty="0"/>
              <a:t> PostgreSQL </a:t>
            </a:r>
            <a:r>
              <a:rPr lang="ru-RU" dirty="0"/>
              <a:t>/</a:t>
            </a:r>
            <a:r>
              <a:rPr dirty="0"/>
              <a:t> RFID/NFC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150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A697D"/>
                </a:solidFill>
                <a:latin typeface="Arial"/>
              </a:defRPr>
            </a:pPr>
            <a:r>
              <a:rPr lang="ru-RU" dirty="0"/>
              <a:t>Куликов Н.Н. / </a:t>
            </a:r>
            <a:r>
              <a:rPr dirty="0" err="1"/>
              <a:t>Программа</a:t>
            </a:r>
            <a:r>
              <a:rPr dirty="0"/>
              <a:t> «Python-</a:t>
            </a:r>
            <a:r>
              <a:rPr dirty="0" err="1"/>
              <a:t>разработчик</a:t>
            </a:r>
            <a:r>
              <a:rPr dirty="0"/>
              <a:t>» </a:t>
            </a:r>
            <a:r>
              <a:rPr lang="ru-RU" dirty="0"/>
              <a:t>/</a:t>
            </a:r>
            <a:r>
              <a:rPr dirty="0"/>
              <a:t> ИТМО </a:t>
            </a:r>
            <a:r>
              <a:rPr lang="ru-RU" dirty="0"/>
              <a:t>/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3311" y="411480"/>
            <a:ext cx="315201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цель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31089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Ручной учет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Человеческий фактор</a:t>
            </a:r>
            <a:br/>
            <a:r>
              <a:t>Задержка информации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Контроль проходов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38528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UID → ученик → IN/OUT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1089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Информирование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38528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Журнал + уведомление родителю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607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2033"/>
                </a:solidFill>
                <a:latin typeface="Arial"/>
              </a:defRPr>
            </a:pPr>
            <a:r>
              <a:rPr sz="2000" dirty="0" err="1"/>
              <a:t>Цель</a:t>
            </a:r>
            <a:r>
              <a:rPr sz="2000" dirty="0"/>
              <a:t>: </a:t>
            </a:r>
            <a:r>
              <a:rPr sz="2000" dirty="0" err="1"/>
              <a:t>автоматизировать</a:t>
            </a:r>
            <a:r>
              <a:rPr sz="2000" dirty="0"/>
              <a:t> </a:t>
            </a:r>
            <a:r>
              <a:rPr sz="2000" dirty="0" err="1"/>
              <a:t>учет</a:t>
            </a:r>
            <a:r>
              <a:rPr sz="2000" dirty="0"/>
              <a:t> </a:t>
            </a:r>
            <a:r>
              <a:rPr sz="2000" dirty="0" err="1"/>
              <a:t>доступа</a:t>
            </a:r>
            <a:r>
              <a:rPr sz="2000" dirty="0"/>
              <a:t> </a:t>
            </a:r>
            <a:r>
              <a:rPr sz="2000" dirty="0" err="1"/>
              <a:t>и</a:t>
            </a:r>
            <a:r>
              <a:rPr sz="2000" dirty="0"/>
              <a:t> </a:t>
            </a:r>
            <a:r>
              <a:rPr sz="2000" dirty="0" err="1"/>
              <a:t>обеспечить</a:t>
            </a:r>
            <a:r>
              <a:rPr sz="2000" dirty="0"/>
              <a:t> </a:t>
            </a:r>
            <a:r>
              <a:rPr sz="2000" dirty="0" err="1"/>
              <a:t>проверяемую</a:t>
            </a:r>
            <a:r>
              <a:rPr sz="2000" dirty="0"/>
              <a:t> </a:t>
            </a:r>
            <a:r>
              <a:rPr sz="2000" dirty="0" err="1"/>
              <a:t>историю</a:t>
            </a:r>
            <a:r>
              <a:rPr sz="2000" dirty="0"/>
              <a:t> </a:t>
            </a:r>
            <a:r>
              <a:rPr sz="2000" dirty="0" err="1"/>
              <a:t>событий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3945" y="411480"/>
            <a:ext cx="601074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Аналоги</a:t>
            </a:r>
            <a:r>
              <a:rPr dirty="0"/>
              <a:t>: 4 </a:t>
            </a:r>
            <a:r>
              <a:rPr dirty="0" err="1"/>
              <a:t>релевантных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327665" y="457200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97D"/>
                </a:solidFill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2194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PERCo.Школа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/>
              <a:t>СКУД + </a:t>
            </a:r>
            <a:r>
              <a:rPr dirty="0" err="1"/>
              <a:t>посещаемость</a:t>
            </a:r>
            <a:r>
              <a:rPr dirty="0"/>
              <a:t> + </a:t>
            </a:r>
            <a:r>
              <a:rPr dirty="0" err="1"/>
              <a:t>уведомления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2194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rPr dirty="0"/>
              <a:t>Safer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3852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/>
              <a:t>500+ ОУ </a:t>
            </a:r>
            <a:r>
              <a:rPr lang="ru-RU" dirty="0"/>
              <a:t>/</a:t>
            </a:r>
            <a:r>
              <a:rPr dirty="0"/>
              <a:t> Telegram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СКУД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194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Безопасная школа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/>
              <a:t>Проходы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Ф</a:t>
            </a:r>
            <a:r>
              <a:rPr dirty="0" err="1"/>
              <a:t>отофиксация</a:t>
            </a:r>
            <a:r>
              <a:rPr dirty="0"/>
              <a:t> </a:t>
            </a:r>
            <a:r>
              <a:rPr lang="ru-RU" dirty="0"/>
              <a:t>/</a:t>
            </a:r>
            <a:r>
              <a:rPr dirty="0"/>
              <a:t> </a:t>
            </a:r>
            <a:r>
              <a:rPr dirty="0" err="1"/>
              <a:t>Л</a:t>
            </a:r>
            <a:r>
              <a:rPr lang="ru-RU" dirty="0" err="1"/>
              <a:t>ичный</a:t>
            </a:r>
            <a:r>
              <a:rPr lang="ru-RU" dirty="0"/>
              <a:t> кабинет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144000" y="1371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2194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RusGuard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938528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 err="1"/>
              <a:t>Отраслевое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школ</a:t>
            </a:r>
            <a:r>
              <a:rPr dirty="0"/>
              <a:t>/</a:t>
            </a:r>
            <a:r>
              <a:rPr dirty="0" err="1"/>
              <a:t>вузов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" y="3888078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2033"/>
                </a:solidFill>
                <a:latin typeface="Arial"/>
              </a:defRPr>
            </a:pPr>
            <a:r>
              <a:rPr sz="2000" dirty="0"/>
              <a:t>Коммерческие </a:t>
            </a:r>
            <a:r>
              <a:rPr sz="2000" dirty="0" err="1"/>
              <a:t>системы</a:t>
            </a:r>
            <a:r>
              <a:rPr sz="2000" dirty="0"/>
              <a:t> </a:t>
            </a:r>
            <a:r>
              <a:rPr sz="2000" dirty="0" err="1"/>
              <a:t>шир</a:t>
            </a:r>
            <a:r>
              <a:rPr lang="ru-RU" sz="2000" dirty="0"/>
              <a:t>е.</a:t>
            </a:r>
            <a:r>
              <a:rPr sz="2000" dirty="0"/>
              <a:t> </a:t>
            </a:r>
            <a:endParaRPr lang="ru-RU" sz="2000" dirty="0"/>
          </a:p>
          <a:p>
            <a:pPr algn="ctr">
              <a:defRPr sz="2200" b="1">
                <a:solidFill>
                  <a:srgbClr val="172033"/>
                </a:solidFill>
                <a:latin typeface="Arial"/>
              </a:defRPr>
            </a:pPr>
            <a:r>
              <a:rPr lang="ru-RU" sz="2000" dirty="0"/>
              <a:t>Д</a:t>
            </a:r>
            <a:r>
              <a:rPr sz="2000" dirty="0" err="1"/>
              <a:t>ипломный</a:t>
            </a:r>
            <a:r>
              <a:rPr sz="2000" dirty="0"/>
              <a:t> </a:t>
            </a:r>
            <a:r>
              <a:rPr sz="2000" dirty="0" err="1"/>
              <a:t>проект</a:t>
            </a:r>
            <a:r>
              <a:rPr sz="2000" dirty="0"/>
              <a:t> </a:t>
            </a:r>
            <a:r>
              <a:rPr lang="ru-RU" sz="2000" dirty="0"/>
              <a:t>-</a:t>
            </a:r>
            <a:r>
              <a:rPr sz="2000" dirty="0"/>
              <a:t> </a:t>
            </a:r>
            <a:r>
              <a:rPr sz="2000" dirty="0" err="1"/>
              <a:t>прозрачный</a:t>
            </a:r>
            <a:r>
              <a:rPr sz="2000" dirty="0"/>
              <a:t> </a:t>
            </a:r>
            <a:r>
              <a:rPr sz="2000" dirty="0" err="1"/>
              <a:t>учебный</a:t>
            </a:r>
            <a:r>
              <a:rPr sz="2000" dirty="0"/>
              <a:t> </a:t>
            </a:r>
            <a:r>
              <a:rPr sz="2000" dirty="0" err="1"/>
              <a:t>прототип</a:t>
            </a:r>
            <a:r>
              <a:rPr sz="2000" dirty="0"/>
              <a:t> </a:t>
            </a:r>
            <a:r>
              <a:rPr sz="2000" dirty="0" err="1"/>
              <a:t>с</a:t>
            </a:r>
            <a:r>
              <a:rPr sz="2000" dirty="0"/>
              <a:t> </a:t>
            </a:r>
            <a:r>
              <a:rPr sz="2000" dirty="0" err="1"/>
              <a:t>аудитом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6041" y="411480"/>
            <a:ext cx="26465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доступ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691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Сисадмин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lang="ru-RU" dirty="0"/>
              <a:t>П</a:t>
            </a:r>
            <a:r>
              <a:rPr dirty="0" err="1"/>
              <a:t>олный</a:t>
            </a:r>
            <a:r>
              <a:rPr dirty="0"/>
              <a:t> </a:t>
            </a:r>
            <a:r>
              <a:rPr dirty="0" err="1"/>
              <a:t>доступ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07208" y="14173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0088" y="1600200"/>
            <a:ext cx="1691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Директор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984248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lang="ru-RU" dirty="0"/>
              <a:t>Д</a:t>
            </a:r>
            <a:r>
              <a:rPr dirty="0" err="1"/>
              <a:t>анные</a:t>
            </a:r>
            <a:r>
              <a:rPr dirty="0"/>
              <a:t> + </a:t>
            </a:r>
            <a:r>
              <a:rPr lang="ru-RU" dirty="0"/>
              <a:t>А</a:t>
            </a:r>
            <a:r>
              <a:rPr dirty="0" err="1"/>
              <a:t>удит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111496" y="14173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94376" y="1600200"/>
            <a:ext cx="1691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Завуч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1984248"/>
            <a:ext cx="1691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lang="ru-RU" dirty="0"/>
              <a:t>С</a:t>
            </a:r>
            <a:r>
              <a:rPr dirty="0" err="1"/>
              <a:t>правочники</a:t>
            </a:r>
            <a:r>
              <a:rPr dirty="0"/>
              <a:t> + </a:t>
            </a:r>
            <a:r>
              <a:rPr lang="ru-RU" dirty="0"/>
              <a:t>Ж</a:t>
            </a:r>
            <a:r>
              <a:rPr dirty="0" err="1"/>
              <a:t>урнал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415784" y="14173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98664" y="1600200"/>
            <a:ext cx="1691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Охранник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1984248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lang="ru-RU" dirty="0"/>
              <a:t>П</a:t>
            </a:r>
            <a:r>
              <a:rPr dirty="0" err="1"/>
              <a:t>роходы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9720072" y="14173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02952" y="1600200"/>
            <a:ext cx="1691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Родитель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1984248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lang="ru-RU" dirty="0"/>
              <a:t>С</a:t>
            </a:r>
            <a:r>
              <a:rPr dirty="0" err="1"/>
              <a:t>вои</a:t>
            </a:r>
            <a:r>
              <a:rPr dirty="0"/>
              <a:t> </a:t>
            </a:r>
            <a:r>
              <a:rPr dirty="0" err="1"/>
              <a:t>события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2033"/>
                </a:solidFill>
                <a:latin typeface="Arial"/>
              </a:defRPr>
            </a:pPr>
            <a:r>
              <a:rPr sz="2000" dirty="0" err="1"/>
              <a:t>Логин</a:t>
            </a:r>
            <a:r>
              <a:rPr lang="ru-RU" sz="2000" dirty="0"/>
              <a:t> и П</a:t>
            </a:r>
            <a:r>
              <a:rPr sz="2000" dirty="0" err="1"/>
              <a:t>ароль</a:t>
            </a:r>
            <a:r>
              <a:rPr sz="2000" dirty="0"/>
              <a:t> </a:t>
            </a:r>
            <a:r>
              <a:rPr lang="ru-RU" sz="2000" dirty="0"/>
              <a:t>/</a:t>
            </a:r>
            <a:r>
              <a:rPr sz="2000" dirty="0"/>
              <a:t> </a:t>
            </a:r>
            <a:r>
              <a:rPr sz="2000" dirty="0" err="1"/>
              <a:t>без</a:t>
            </a:r>
            <a:r>
              <a:rPr sz="2000" dirty="0"/>
              <a:t> ЕСИА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12812" y="411480"/>
            <a:ext cx="235301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Архитектура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9476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2033"/>
                </a:solidFill>
                <a:latin typeface="Arial"/>
              </a:defRPr>
            </a:pPr>
            <a:r>
              <a:rPr sz="2000" dirty="0" err="1"/>
              <a:t>Веб-интерфейс</a:t>
            </a:r>
            <a:r>
              <a:rPr dirty="0"/>
              <a:t>: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рабочем</a:t>
            </a:r>
            <a:r>
              <a:rPr dirty="0"/>
              <a:t> </a:t>
            </a:r>
            <a:r>
              <a:rPr dirty="0" err="1"/>
              <a:t>месте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87988" y="1848841"/>
            <a:ext cx="18288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 err="1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Браузер</a:t>
            </a:r>
            <a:b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200" dirty="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/ CSS </a:t>
            </a:r>
          </a:p>
        </p:txBody>
      </p:sp>
      <p:sp>
        <p:nvSpPr>
          <p:cNvPr id="7" name="Chevron 6"/>
          <p:cNvSpPr/>
          <p:nvPr/>
        </p:nvSpPr>
        <p:spPr>
          <a:xfrm>
            <a:off x="3489940" y="2104873"/>
            <a:ext cx="320040" cy="36576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19708" y="1848841"/>
            <a:ext cx="18288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b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200" dirty="0" err="1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маршруты</a:t>
            </a:r>
            <a:r>
              <a:rPr sz="1200" dirty="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1200" dirty="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роли</a:t>
            </a:r>
            <a:endParaRPr sz="1200" dirty="0">
              <a:solidFill>
                <a:srgbClr val="1E2D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5821660" y="2104873"/>
            <a:ext cx="320040" cy="36576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51428" y="1848841"/>
            <a:ext cx="18288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Python-сервисы</a:t>
            </a:r>
            <a:br>
              <a:rPr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20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бизнес-логика</a:t>
            </a:r>
          </a:p>
        </p:txBody>
      </p:sp>
      <p:sp>
        <p:nvSpPr>
          <p:cNvPr id="11" name="Chevron 10"/>
          <p:cNvSpPr/>
          <p:nvPr/>
        </p:nvSpPr>
        <p:spPr>
          <a:xfrm>
            <a:off x="8153380" y="2104873"/>
            <a:ext cx="320040" cy="36576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83148" y="1848841"/>
            <a:ext cx="18288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br>
              <a:rPr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200">
                <a:solidFill>
                  <a:srgbClr val="1E2D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 и аудит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8671" y="411480"/>
            <a:ext cx="240129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6</a:t>
            </a:r>
          </a:p>
        </p:txBody>
      </p:sp>
      <p:pic>
        <p:nvPicPr>
          <p:cNvPr id="4" name="Picture 3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" y="1914181"/>
            <a:ext cx="12149958" cy="20739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2033"/>
                </a:solidFill>
                <a:latin typeface="Arial"/>
              </a:defRPr>
            </a:pPr>
            <a:r>
              <a:rPr dirty="0"/>
              <a:t>PK/FK </a:t>
            </a:r>
            <a:r>
              <a:rPr lang="ru-RU" dirty="0"/>
              <a:t>/</a:t>
            </a:r>
            <a:r>
              <a:rPr dirty="0"/>
              <a:t> UNIQUE UID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Проверка</a:t>
            </a:r>
            <a:r>
              <a:rPr dirty="0"/>
              <a:t> </a:t>
            </a:r>
            <a:r>
              <a:rPr dirty="0" err="1"/>
              <a:t>статусов</a:t>
            </a:r>
            <a:r>
              <a:rPr dirty="0"/>
              <a:t>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М</a:t>
            </a:r>
            <a:r>
              <a:rPr dirty="0" err="1"/>
              <a:t>играции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0542" y="411480"/>
            <a:ext cx="535755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 RFID/NFC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7</a:t>
            </a:r>
          </a:p>
        </p:txBody>
      </p:sp>
      <p:pic>
        <p:nvPicPr>
          <p:cNvPr id="4" name="Picture 3" descr="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03" y="1058682"/>
            <a:ext cx="9818393" cy="5387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23195" y="411480"/>
            <a:ext cx="35322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посещений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644652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ученику</a:t>
            </a:r>
            <a:r>
              <a:rPr dirty="0"/>
              <a:t> / </a:t>
            </a:r>
            <a:r>
              <a:rPr lang="ru-RU" dirty="0"/>
              <a:t>К</a:t>
            </a:r>
            <a:r>
              <a:rPr dirty="0" err="1"/>
              <a:t>лассу</a:t>
            </a:r>
            <a:r>
              <a:rPr dirty="0"/>
              <a:t> / UID </a:t>
            </a:r>
            <a:r>
              <a:rPr lang="en-US" dirty="0"/>
              <a:t>/</a:t>
            </a:r>
            <a:r>
              <a:rPr dirty="0"/>
              <a:t> </a:t>
            </a:r>
            <a:r>
              <a:rPr lang="ru-RU" dirty="0"/>
              <a:t>Ф</a:t>
            </a:r>
            <a:r>
              <a:rPr dirty="0" err="1"/>
              <a:t>ильтр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датам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5CA59E-FDAB-8818-5FDB-AC66FE94F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94" y="1116695"/>
            <a:ext cx="10659650" cy="5329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02663" y="411480"/>
            <a:ext cx="297331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операций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644652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2033"/>
                </a:solidFill>
                <a:latin typeface="Arial"/>
              </a:defRPr>
            </a:pPr>
            <a:r>
              <a:rPr dirty="0"/>
              <a:t>LOGIN</a:t>
            </a:r>
            <a:r>
              <a:rPr lang="ru-RU" dirty="0"/>
              <a:t> /</a:t>
            </a:r>
            <a:r>
              <a:rPr dirty="0"/>
              <a:t> RFID_SCAN </a:t>
            </a:r>
            <a:r>
              <a:rPr lang="ru-RU" dirty="0"/>
              <a:t>/</a:t>
            </a:r>
            <a:r>
              <a:rPr dirty="0"/>
              <a:t> CREATE / UPDATE / DELETE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С</a:t>
            </a:r>
            <a:r>
              <a:rPr dirty="0" err="1"/>
              <a:t>тарое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lang="ru-RU" dirty="0"/>
              <a:t>Н</a:t>
            </a:r>
            <a:r>
              <a:rPr dirty="0" err="1"/>
              <a:t>овое</a:t>
            </a:r>
            <a:r>
              <a:rPr dirty="0"/>
              <a:t> </a:t>
            </a:r>
            <a:r>
              <a:rPr dirty="0" err="1"/>
              <a:t>значение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E39D5C-F207-C4F8-B176-4B9ED25B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22" y="1052525"/>
            <a:ext cx="11120778" cy="5348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38625" y="411480"/>
            <a:ext cx="250138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Уведомления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rPr dirty="0"/>
              <a:t>1.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299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Уведомление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создается</a:t>
            </a:r>
            <a:br>
              <a:rPr dirty="0">
                <a:solidFill>
                  <a:schemeClr val="bg1">
                    <a:lumMod val="50000"/>
                  </a:schemeClr>
                </a:solidFill>
              </a:rPr>
            </a:b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транзакции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7720" y="146304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64592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/>
              <a:t>2. </a:t>
            </a:r>
            <a:r>
              <a:rPr b="1" dirty="0" err="1"/>
              <a:t>Веб-интерфейс</a:t>
            </a:r>
            <a:endParaRPr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00600" y="20299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Просмотр</a:t>
            </a: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родителем</a:t>
            </a:r>
            <a:b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системе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1645920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3. Статус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0299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Уведомление</a:t>
            </a: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хранится</a:t>
            </a:r>
            <a:b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Telegram / SMS / push —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перспектива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развития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9095" y="411480"/>
            <a:ext cx="258045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Тестирование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pytest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5 модульных тестов</a:t>
            </a:r>
            <a:br/>
            <a:r>
              <a:t>IN/OUT · текст уведомления</a:t>
            </a:r>
            <a:br/>
            <a:r>
              <a:t>Результат: 5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Ручное тестирование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842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50 тест-кейсов</a:t>
            </a:r>
            <a:br/>
            <a:r>
              <a:t>пошаговые действия</a:t>
            </a:r>
            <a:br/>
            <a:r>
              <a:t>3 примера в записке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332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2033"/>
                </a:solidFill>
                <a:latin typeface="Arial"/>
              </a:defRPr>
            </a:pPr>
            <a:r>
              <a:rPr dirty="0"/>
              <a:t>Проверены </a:t>
            </a:r>
            <a:r>
              <a:rPr dirty="0" err="1"/>
              <a:t>роли</a:t>
            </a:r>
            <a:r>
              <a:rPr dirty="0"/>
              <a:t> </a:t>
            </a:r>
            <a:r>
              <a:rPr lang="ru-RU" dirty="0"/>
              <a:t>/</a:t>
            </a:r>
            <a:r>
              <a:rPr dirty="0"/>
              <a:t> RFID </a:t>
            </a:r>
            <a:r>
              <a:rPr lang="ru-RU" dirty="0"/>
              <a:t>/</a:t>
            </a:r>
            <a:r>
              <a:rPr dirty="0"/>
              <a:t> CRUD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Ж</a:t>
            </a:r>
            <a:r>
              <a:rPr dirty="0" err="1"/>
              <a:t>урнал</a:t>
            </a:r>
            <a:r>
              <a:rPr dirty="0"/>
              <a:t>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У</a:t>
            </a:r>
            <a:r>
              <a:rPr dirty="0" err="1"/>
              <a:t>ведомления</a:t>
            </a:r>
            <a:r>
              <a:rPr dirty="0"/>
              <a:t> </a:t>
            </a:r>
            <a:r>
              <a:rPr lang="ru-RU" dirty="0"/>
              <a:t>/</a:t>
            </a:r>
            <a:r>
              <a:rPr dirty="0"/>
              <a:t> </a:t>
            </a:r>
            <a:r>
              <a:rPr lang="ru-RU" dirty="0"/>
              <a:t>А</a:t>
            </a:r>
            <a:r>
              <a:rPr dirty="0" err="1"/>
              <a:t>удит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3469" y="411480"/>
            <a:ext cx="38717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развитие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7120" y="457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Реализовано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636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Веб-приложение</a:t>
            </a:r>
            <a:br/>
            <a:r>
              <a:t>PostgreSQL</a:t>
            </a:r>
            <a:br/>
            <a:r>
              <a:t>5 ролей</a:t>
            </a:r>
            <a:br/>
            <a:r>
              <a:t>CRUD + аудит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rPr dirty="0" err="1"/>
              <a:t>Ограничение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0" y="1892807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t>Нет физического</a:t>
            </a:r>
            <a:br/>
            <a:r>
              <a:t>RFID/NFC-считывателя</a:t>
            </a:r>
            <a:br/>
            <a:r>
              <a:t>и турникета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175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rial"/>
              </a:defRPr>
            </a:pPr>
            <a:r>
              <a:t>Дальше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92807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 err="1"/>
              <a:t>Контроллеры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/</a:t>
            </a:r>
            <a:r>
              <a:rPr dirty="0" err="1"/>
              <a:t>выход</a:t>
            </a:r>
            <a:endParaRPr lang="ru-RU" dirty="0"/>
          </a:p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dirty="0" err="1"/>
              <a:t>Электронный</a:t>
            </a:r>
            <a:r>
              <a:rPr dirty="0"/>
              <a:t> </a:t>
            </a:r>
            <a:r>
              <a:rPr dirty="0" err="1"/>
              <a:t>дневник</a:t>
            </a:r>
            <a:br>
              <a:rPr dirty="0"/>
            </a:br>
            <a:r>
              <a:rPr dirty="0" err="1"/>
              <a:t>Расширенная</a:t>
            </a:r>
            <a:r>
              <a:rPr dirty="0"/>
              <a:t> </a:t>
            </a:r>
            <a:r>
              <a:rPr dirty="0" err="1"/>
              <a:t>отчетность</a:t>
            </a:r>
            <a:endParaRPr lang="ru-RU" dirty="0"/>
          </a:p>
          <a:p>
            <a:pPr algn="ctr">
              <a:defRPr sz="1200" b="0">
                <a:solidFill>
                  <a:srgbClr val="5A697D"/>
                </a:solidFill>
                <a:latin typeface="Arial"/>
              </a:defRPr>
            </a:pPr>
            <a:r>
              <a:rPr lang="en-US" dirty="0"/>
              <a:t>SMS/Telegram </a:t>
            </a:r>
            <a:r>
              <a:rPr lang="ru-RU" dirty="0" err="1"/>
              <a:t>иформирование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5651185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4F8A"/>
                </a:solidFill>
                <a:latin typeface="Arial"/>
              </a:defRPr>
            </a:pPr>
            <a:r>
              <a:rPr sz="2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Спасибо</a:t>
            </a:r>
            <a:r>
              <a:rPr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</a:t>
            </a:r>
            <a:r>
              <a:rPr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внимание</a:t>
            </a:r>
            <a:r>
              <a:rPr lang="ru-RU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  <a:endParaRPr sz="2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368</Words>
  <Application>Microsoft Macintosh PowerPoint</Application>
  <PresentationFormat>Широкоэкранный</PresentationFormat>
  <Paragraphs>83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Nikolai Kulikov</cp:lastModifiedBy>
  <cp:revision>4</cp:revision>
  <dcterms:created xsi:type="dcterms:W3CDTF">2013-01-27T09:14:16Z</dcterms:created>
  <dcterms:modified xsi:type="dcterms:W3CDTF">2026-09-28T10:42:36Z</dcterms:modified>
  <cp:category/>
</cp:coreProperties>
</file>